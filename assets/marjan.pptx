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handoutMasterIdLst>
    <p:handoutMasterId r:id="rId7"/>
  </p:handoutMasterIdLst>
  <p:sldIdLst>
    <p:sldId id="266" r:id="rId5"/>
  </p:sldIdLst>
  <p:sldSz cx="10058400" cy="15544800"/>
  <p:notesSz cx="6858000" cy="9144000"/>
  <p:defaultTextStyle>
    <a:defPPr>
      <a:defRPr lang="en-US"/>
    </a:defPPr>
    <a:lvl1pPr marL="0" algn="l" defTabSz="914179" rtl="0" eaLnBrk="1" latinLnBrk="0" hangingPunct="1">
      <a:defRPr sz="1798" kern="1200">
        <a:solidFill>
          <a:schemeClr val="tx1"/>
        </a:solidFill>
        <a:latin typeface="+mn-lt"/>
        <a:ea typeface="+mn-ea"/>
        <a:cs typeface="+mn-cs"/>
      </a:defRPr>
    </a:lvl1pPr>
    <a:lvl2pPr marL="457089" algn="l" defTabSz="914179" rtl="0" eaLnBrk="1" latinLnBrk="0" hangingPunct="1">
      <a:defRPr sz="1798" kern="1200">
        <a:solidFill>
          <a:schemeClr val="tx1"/>
        </a:solidFill>
        <a:latin typeface="+mn-lt"/>
        <a:ea typeface="+mn-ea"/>
        <a:cs typeface="+mn-cs"/>
      </a:defRPr>
    </a:lvl2pPr>
    <a:lvl3pPr marL="914179" algn="l" defTabSz="914179" rtl="0" eaLnBrk="1" latinLnBrk="0" hangingPunct="1">
      <a:defRPr sz="1798" kern="1200">
        <a:solidFill>
          <a:schemeClr val="tx1"/>
        </a:solidFill>
        <a:latin typeface="+mn-lt"/>
        <a:ea typeface="+mn-ea"/>
        <a:cs typeface="+mn-cs"/>
      </a:defRPr>
    </a:lvl3pPr>
    <a:lvl4pPr marL="1371268" algn="l" defTabSz="914179" rtl="0" eaLnBrk="1" latinLnBrk="0" hangingPunct="1">
      <a:defRPr sz="1798" kern="1200">
        <a:solidFill>
          <a:schemeClr val="tx1"/>
        </a:solidFill>
        <a:latin typeface="+mn-lt"/>
        <a:ea typeface="+mn-ea"/>
        <a:cs typeface="+mn-cs"/>
      </a:defRPr>
    </a:lvl4pPr>
    <a:lvl5pPr marL="1828356" algn="l" defTabSz="914179" rtl="0" eaLnBrk="1" latinLnBrk="0" hangingPunct="1">
      <a:defRPr sz="1798" kern="1200">
        <a:solidFill>
          <a:schemeClr val="tx1"/>
        </a:solidFill>
        <a:latin typeface="+mn-lt"/>
        <a:ea typeface="+mn-ea"/>
        <a:cs typeface="+mn-cs"/>
      </a:defRPr>
    </a:lvl5pPr>
    <a:lvl6pPr marL="2285446" algn="l" defTabSz="914179" rtl="0" eaLnBrk="1" latinLnBrk="0" hangingPunct="1">
      <a:defRPr sz="1798" kern="1200">
        <a:solidFill>
          <a:schemeClr val="tx1"/>
        </a:solidFill>
        <a:latin typeface="+mn-lt"/>
        <a:ea typeface="+mn-ea"/>
        <a:cs typeface="+mn-cs"/>
      </a:defRPr>
    </a:lvl6pPr>
    <a:lvl7pPr marL="2742535" algn="l" defTabSz="914179" rtl="0" eaLnBrk="1" latinLnBrk="0" hangingPunct="1">
      <a:defRPr sz="1798" kern="1200">
        <a:solidFill>
          <a:schemeClr val="tx1"/>
        </a:solidFill>
        <a:latin typeface="+mn-lt"/>
        <a:ea typeface="+mn-ea"/>
        <a:cs typeface="+mn-cs"/>
      </a:defRPr>
    </a:lvl7pPr>
    <a:lvl8pPr marL="3199624" algn="l" defTabSz="914179" rtl="0" eaLnBrk="1" latinLnBrk="0" hangingPunct="1">
      <a:defRPr sz="1798" kern="1200">
        <a:solidFill>
          <a:schemeClr val="tx1"/>
        </a:solidFill>
        <a:latin typeface="+mn-lt"/>
        <a:ea typeface="+mn-ea"/>
        <a:cs typeface="+mn-cs"/>
      </a:defRPr>
    </a:lvl8pPr>
    <a:lvl9pPr marL="3656713" algn="l" defTabSz="914179" rtl="0" eaLnBrk="1" latinLnBrk="0" hangingPunct="1">
      <a:defRPr sz="1798" kern="1200">
        <a:solidFill>
          <a:schemeClr val="tx1"/>
        </a:solidFill>
        <a:latin typeface="+mn-lt"/>
        <a:ea typeface="+mn-ea"/>
        <a:cs typeface="+mn-cs"/>
      </a:defRPr>
    </a:lvl9pPr>
  </p:defaultTextStyle>
  <p:extLst>
    <p:ext uri="{EFAFB233-063F-42B5-8137-9DF3F51BA10A}">
      <p15:sldGuideLst xmlns:p15="http://schemas.microsoft.com/office/powerpoint/2012/main">
        <p15:guide id="1" pos="6072" userDrawn="1">
          <p15:clr>
            <a:srgbClr val="A4A3A4"/>
          </p15:clr>
        </p15:guide>
        <p15:guide id="2" orient="horz" pos="3960" userDrawn="1">
          <p15:clr>
            <a:srgbClr val="A4A3A4"/>
          </p15:clr>
        </p15:guide>
        <p15:guide id="3" pos="3168" userDrawn="1">
          <p15:clr>
            <a:srgbClr val="A4A3A4"/>
          </p15:clr>
        </p15:guide>
        <p15:guide id="4" pos="3268" userDrawn="1">
          <p15:clr>
            <a:srgbClr val="A4A3A4"/>
          </p15:clr>
        </p15:guide>
        <p15:guide id="5" orient="horz" pos="909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6B6B"/>
    <a:srgbClr val="414141"/>
    <a:srgbClr val="757575"/>
    <a:srgbClr val="909090"/>
    <a:srgbClr val="404040"/>
    <a:srgbClr val="434343"/>
    <a:srgbClr val="004379"/>
    <a:srgbClr val="176691"/>
    <a:srgbClr val="2D8CB4"/>
    <a:srgbClr val="2834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5" autoAdjust="0"/>
    <p:restoredTop sz="94522" autoAdjust="0"/>
  </p:normalViewPr>
  <p:slideViewPr>
    <p:cSldViewPr snapToGrid="0">
      <p:cViewPr>
        <p:scale>
          <a:sx n="51" d="100"/>
          <a:sy n="51" d="100"/>
        </p:scale>
        <p:origin x="3360" y="408"/>
      </p:cViewPr>
      <p:guideLst>
        <p:guide pos="6072"/>
        <p:guide orient="horz" pos="3960"/>
        <p:guide pos="3168"/>
        <p:guide pos="3268"/>
        <p:guide orient="horz" pos="9096"/>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emeh Taghvaei" userId="2ae45676-4e95-49ee-8f6a-87a174f16ef4" providerId="ADAL" clId="{8A795CCB-154C-425E-AF41-3ED4CB3F02F9}"/>
    <pc:docChg chg="modSld">
      <pc:chgData name="Fatemeh Taghvaei" userId="2ae45676-4e95-49ee-8f6a-87a174f16ef4" providerId="ADAL" clId="{8A795CCB-154C-425E-AF41-3ED4CB3F02F9}" dt="2025-11-08T05:07:44.302" v="1" actId="1076"/>
      <pc:docMkLst>
        <pc:docMk/>
      </pc:docMkLst>
      <pc:sldChg chg="modSp mod">
        <pc:chgData name="Fatemeh Taghvaei" userId="2ae45676-4e95-49ee-8f6a-87a174f16ef4" providerId="ADAL" clId="{8A795CCB-154C-425E-AF41-3ED4CB3F02F9}" dt="2025-11-08T05:07:44.302" v="1" actId="1076"/>
        <pc:sldMkLst>
          <pc:docMk/>
          <pc:sldMk cId="1813572801" sldId="266"/>
        </pc:sldMkLst>
        <pc:graphicFrameChg chg="mod modGraphic">
          <ac:chgData name="Fatemeh Taghvaei" userId="2ae45676-4e95-49ee-8f6a-87a174f16ef4" providerId="ADAL" clId="{8A795CCB-154C-425E-AF41-3ED4CB3F02F9}" dt="2025-11-08T05:07:38.014" v="0" actId="14100"/>
          <ac:graphicFrameMkLst>
            <pc:docMk/>
            <pc:sldMk cId="1813572801" sldId="266"/>
            <ac:graphicFrameMk id="23" creationId="{56053460-C537-E8FE-25AE-C8452B8D4C70}"/>
          </ac:graphicFrameMkLst>
        </pc:graphicFrameChg>
        <pc:picChg chg="mod">
          <ac:chgData name="Fatemeh Taghvaei" userId="2ae45676-4e95-49ee-8f6a-87a174f16ef4" providerId="ADAL" clId="{8A795CCB-154C-425E-AF41-3ED4CB3F02F9}" dt="2025-11-08T05:07:44.302" v="1" actId="1076"/>
          <ac:picMkLst>
            <pc:docMk/>
            <pc:sldMk cId="1813572801" sldId="266"/>
            <ac:picMk id="33" creationId="{4287507A-01C5-2983-0F1A-827E76AA014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C9A345A-D150-6F42-9AE3-983B8A00A0C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6A1EA3F-CBB6-6E61-01CA-34670A9B4E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0A2C23D-C45B-4A2C-BF87-5B14E866604E}" type="datetimeFigureOut">
              <a:rPr lang="en-US" smtClean="0"/>
              <a:t>11/8/25</a:t>
            </a:fld>
            <a:endParaRPr lang="en-US"/>
          </a:p>
        </p:txBody>
      </p:sp>
      <p:sp>
        <p:nvSpPr>
          <p:cNvPr id="4" name="Footer Placeholder 3">
            <a:extLst>
              <a:ext uri="{FF2B5EF4-FFF2-40B4-BE49-F238E27FC236}">
                <a16:creationId xmlns:a16="http://schemas.microsoft.com/office/drawing/2014/main" id="{90359037-8CF4-90C0-6B9C-35B63D34FB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0644CA2-FB0D-4475-A90A-20281DB5276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1E4A9B5-938A-4D03-A740-177C6F208A69}" type="slidenum">
              <a:rPr lang="en-US" smtClean="0"/>
              <a:t>‹#›</a:t>
            </a:fld>
            <a:endParaRPr lang="en-US"/>
          </a:p>
        </p:txBody>
      </p:sp>
    </p:spTree>
    <p:extLst>
      <p:ext uri="{BB962C8B-B14F-4D97-AF65-F5344CB8AC3E}">
        <p14:creationId xmlns:p14="http://schemas.microsoft.com/office/powerpoint/2010/main" val="17489053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940DAB-E1CF-47C5-9FDC-D77F8612658A}" type="datetimeFigureOut">
              <a:rPr lang="en-US" smtClean="0"/>
              <a:t>11/8/25</a:t>
            </a:fld>
            <a:endParaRPr lang="en-US"/>
          </a:p>
        </p:txBody>
      </p:sp>
      <p:sp>
        <p:nvSpPr>
          <p:cNvPr id="4" name="Slide Image Placeholder 3"/>
          <p:cNvSpPr>
            <a:spLocks noGrp="1" noRot="1" noChangeAspect="1"/>
          </p:cNvSpPr>
          <p:nvPr>
            <p:ph type="sldImg" idx="2"/>
          </p:nvPr>
        </p:nvSpPr>
        <p:spPr>
          <a:xfrm>
            <a:off x="2430463" y="1143000"/>
            <a:ext cx="19970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80DA60-3614-4ABE-ADAE-8D7371266237}" type="slidenum">
              <a:rPr lang="en-US" smtClean="0"/>
              <a:t>‹#›</a:t>
            </a:fld>
            <a:endParaRPr lang="en-US"/>
          </a:p>
        </p:txBody>
      </p:sp>
    </p:spTree>
    <p:extLst>
      <p:ext uri="{BB962C8B-B14F-4D97-AF65-F5344CB8AC3E}">
        <p14:creationId xmlns:p14="http://schemas.microsoft.com/office/powerpoint/2010/main" val="2642111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C7D1B-9FB1-FE5B-B71F-F3543842F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05F396-8657-6737-DEF2-FE5EDDC28C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A0E9FC-D94A-326C-7FBD-0ABBA55043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56490A-A40F-5745-6F10-E989EF3E5A38}"/>
              </a:ext>
            </a:extLst>
          </p:cNvPr>
          <p:cNvSpPr>
            <a:spLocks noGrp="1"/>
          </p:cNvSpPr>
          <p:nvPr>
            <p:ph type="sldNum" sz="quarter" idx="5"/>
          </p:nvPr>
        </p:nvSpPr>
        <p:spPr/>
        <p:txBody>
          <a:bodyPr/>
          <a:lstStyle/>
          <a:p>
            <a:fld id="{8180DA60-3614-4ABE-ADAE-8D7371266237}" type="slidenum">
              <a:rPr lang="en-US" smtClean="0"/>
              <a:t>1</a:t>
            </a:fld>
            <a:endParaRPr lang="en-US"/>
          </a:p>
        </p:txBody>
      </p:sp>
    </p:spTree>
    <p:extLst>
      <p:ext uri="{BB962C8B-B14F-4D97-AF65-F5344CB8AC3E}">
        <p14:creationId xmlns:p14="http://schemas.microsoft.com/office/powerpoint/2010/main" val="1235190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yout Option 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EDBA6C6-E69A-4D0D-B0EA-57BAE62B15C6}"/>
              </a:ext>
            </a:extLst>
          </p:cNvPr>
          <p:cNvSpPr>
            <a:spLocks noGrp="1"/>
          </p:cNvSpPr>
          <p:nvPr>
            <p:ph type="pic" sz="quarter" idx="10"/>
          </p:nvPr>
        </p:nvSpPr>
        <p:spPr>
          <a:xfrm>
            <a:off x="0" y="0"/>
            <a:ext cx="10058400" cy="15544800"/>
          </a:xfrm>
          <a:solidFill>
            <a:schemeClr val="tx1">
              <a:lumMod val="85000"/>
              <a:lumOff val="15000"/>
            </a:schemeClr>
          </a:solidFill>
        </p:spPr>
        <p:txBody>
          <a:bodyPr tIns="4389120" anchor="ctr"/>
          <a:lstStyle>
            <a:lvl1pPr marL="0" indent="0" algn="ctr">
              <a:buNone/>
              <a:defRPr>
                <a:solidFill>
                  <a:schemeClr val="bg1"/>
                </a:solidFill>
                <a:latin typeface="+mj-lt"/>
                <a:cs typeface="Posterama" panose="020B0504020200020000" pitchFamily="34"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9BB225E7-242D-4A83-8AB4-AC0331CBCB9F}"/>
              </a:ext>
            </a:extLst>
          </p:cNvPr>
          <p:cNvSpPr>
            <a:spLocks noGrp="1"/>
          </p:cNvSpPr>
          <p:nvPr>
            <p:ph type="ctrTitle" hasCustomPrompt="1"/>
          </p:nvPr>
        </p:nvSpPr>
        <p:spPr>
          <a:xfrm>
            <a:off x="405130" y="1137298"/>
            <a:ext cx="9358630" cy="1950109"/>
          </a:xfrm>
        </p:spPr>
        <p:txBody>
          <a:bodyPr anchor="ctr">
            <a:normAutofit/>
          </a:bodyPr>
          <a:lstStyle>
            <a:lvl1pPr algn="l">
              <a:defRPr sz="12000" b="1" cap="all" baseline="0">
                <a:solidFill>
                  <a:schemeClr val="bg1"/>
                </a:solidFill>
                <a:latin typeface="+mn-lt"/>
                <a:ea typeface="HGGothicE" panose="020B0909000000000000" pitchFamily="49" charset="-128"/>
                <a:cs typeface="Posterama" panose="020B0504020200020000" pitchFamily="34" charset="0"/>
              </a:defRPr>
            </a:lvl1pPr>
          </a:lstStyle>
          <a:p>
            <a:r>
              <a:rPr lang="en-US" dirty="0"/>
              <a:t>TITLE</a:t>
            </a:r>
          </a:p>
        </p:txBody>
      </p:sp>
      <p:sp>
        <p:nvSpPr>
          <p:cNvPr id="14" name="Text Placeholder 13">
            <a:extLst>
              <a:ext uri="{FF2B5EF4-FFF2-40B4-BE49-F238E27FC236}">
                <a16:creationId xmlns:a16="http://schemas.microsoft.com/office/drawing/2014/main" id="{3CD960E4-D317-41EA-92FD-499084FF4C9C}"/>
              </a:ext>
            </a:extLst>
          </p:cNvPr>
          <p:cNvSpPr>
            <a:spLocks noGrp="1"/>
          </p:cNvSpPr>
          <p:nvPr>
            <p:ph type="body" sz="quarter" idx="11" hasCustomPrompt="1"/>
          </p:nvPr>
        </p:nvSpPr>
        <p:spPr>
          <a:xfrm>
            <a:off x="405130" y="464503"/>
            <a:ext cx="4754880" cy="501423"/>
          </a:xfrm>
        </p:spPr>
        <p:txBody>
          <a:bodyPr anchor="b">
            <a:noAutofit/>
          </a:bodyPr>
          <a:lstStyle>
            <a:lvl1pPr marL="0" indent="0" algn="l">
              <a:buNone/>
              <a:defRPr sz="24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5" name="Text Placeholder 13">
            <a:extLst>
              <a:ext uri="{FF2B5EF4-FFF2-40B4-BE49-F238E27FC236}">
                <a16:creationId xmlns:a16="http://schemas.microsoft.com/office/drawing/2014/main" id="{3E762F53-9A25-025B-D42C-9213424CE192}"/>
              </a:ext>
            </a:extLst>
          </p:cNvPr>
          <p:cNvSpPr>
            <a:spLocks noGrp="1"/>
          </p:cNvSpPr>
          <p:nvPr>
            <p:ph type="body" sz="quarter" idx="12" hasCustomPrompt="1"/>
          </p:nvPr>
        </p:nvSpPr>
        <p:spPr>
          <a:xfrm>
            <a:off x="405130" y="3089957"/>
            <a:ext cx="5111750" cy="1697943"/>
          </a:xfrm>
        </p:spPr>
        <p:txBody>
          <a:bodyPr anchor="t">
            <a:noAutofit/>
          </a:bodyPr>
          <a:lstStyle>
            <a:lvl1pPr marL="0" indent="0" algn="l">
              <a:lnSpc>
                <a:spcPct val="100000"/>
              </a:lnSpc>
              <a:spcBef>
                <a:spcPts val="600"/>
              </a:spcBef>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6" name="Text Placeholder 13">
            <a:extLst>
              <a:ext uri="{FF2B5EF4-FFF2-40B4-BE49-F238E27FC236}">
                <a16:creationId xmlns:a16="http://schemas.microsoft.com/office/drawing/2014/main" id="{E22A2128-9C66-1516-3244-571876C4E9B9}"/>
              </a:ext>
            </a:extLst>
          </p:cNvPr>
          <p:cNvSpPr>
            <a:spLocks noGrp="1"/>
          </p:cNvSpPr>
          <p:nvPr>
            <p:ph type="body" sz="quarter" idx="13" hasCustomPrompt="1"/>
          </p:nvPr>
        </p:nvSpPr>
        <p:spPr>
          <a:xfrm>
            <a:off x="405130" y="6201458"/>
            <a:ext cx="5111750" cy="2491150"/>
          </a:xfrm>
        </p:spPr>
        <p:txBody>
          <a:bodyPr anchor="t">
            <a:noAutofit/>
          </a:bodyPr>
          <a:lstStyle>
            <a:lvl1pPr marL="0" indent="0" algn="l">
              <a:lnSpc>
                <a:spcPct val="100000"/>
              </a:lnSpc>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7" name="Text Placeholder 13">
            <a:extLst>
              <a:ext uri="{FF2B5EF4-FFF2-40B4-BE49-F238E27FC236}">
                <a16:creationId xmlns:a16="http://schemas.microsoft.com/office/drawing/2014/main" id="{1FEC28B8-CC8A-6D86-7347-EFBF6733829B}"/>
              </a:ext>
            </a:extLst>
          </p:cNvPr>
          <p:cNvSpPr>
            <a:spLocks noGrp="1"/>
          </p:cNvSpPr>
          <p:nvPr>
            <p:ph type="body" sz="quarter" idx="14" hasCustomPrompt="1"/>
          </p:nvPr>
        </p:nvSpPr>
        <p:spPr>
          <a:xfrm>
            <a:off x="410210" y="12628881"/>
            <a:ext cx="4984750" cy="1950108"/>
          </a:xfrm>
        </p:spPr>
        <p:txBody>
          <a:bodyPr anchor="b">
            <a:noAutofit/>
          </a:bodyPr>
          <a:lstStyle>
            <a:lvl1pPr marL="0" indent="0" algn="l">
              <a:lnSpc>
                <a:spcPct val="150000"/>
              </a:lnSpc>
              <a:spcBef>
                <a:spcPts val="0"/>
              </a:spcBef>
              <a:buNone/>
              <a:defRPr sz="20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9" name="Text Placeholder 13">
            <a:extLst>
              <a:ext uri="{FF2B5EF4-FFF2-40B4-BE49-F238E27FC236}">
                <a16:creationId xmlns:a16="http://schemas.microsoft.com/office/drawing/2014/main" id="{CB7BA584-BA7A-37CA-7A32-4B5748139AF7}"/>
              </a:ext>
            </a:extLst>
          </p:cNvPr>
          <p:cNvSpPr>
            <a:spLocks noGrp="1"/>
          </p:cNvSpPr>
          <p:nvPr>
            <p:ph type="body" sz="quarter" idx="15" hasCustomPrompt="1"/>
          </p:nvPr>
        </p:nvSpPr>
        <p:spPr>
          <a:xfrm>
            <a:off x="5516880" y="12628881"/>
            <a:ext cx="4246880" cy="1950108"/>
          </a:xfrm>
        </p:spPr>
        <p:txBody>
          <a:bodyPr anchor="b">
            <a:noAutofit/>
          </a:bodyPr>
          <a:lstStyle>
            <a:lvl1pPr marL="0" indent="0" algn="r">
              <a:lnSpc>
                <a:spcPct val="150000"/>
              </a:lnSpc>
              <a:spcBef>
                <a:spcPts val="0"/>
              </a:spcBef>
              <a:buNone/>
              <a:defRPr sz="2000" cap="all" baseline="0">
                <a:solidFill>
                  <a:schemeClr val="bg1"/>
                </a:solidFill>
                <a:latin typeface="+mn-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Tree>
    <p:extLst>
      <p:ext uri="{BB962C8B-B14F-4D97-AF65-F5344CB8AC3E}">
        <p14:creationId xmlns:p14="http://schemas.microsoft.com/office/powerpoint/2010/main" val="633615353"/>
      </p:ext>
    </p:extLst>
  </p:cSld>
  <p:clrMapOvr>
    <a:masterClrMapping/>
  </p:clrMapOvr>
  <p:extLst>
    <p:ext uri="{DCECCB84-F9BA-43D5-87BE-67443E8EF086}">
      <p15:sldGuideLst xmlns:p15="http://schemas.microsoft.com/office/powerpoint/2012/main">
        <p15:guide id="1" orient="horz" pos="4896" userDrawn="1">
          <p15:clr>
            <a:srgbClr val="FBAE40"/>
          </p15:clr>
        </p15:guide>
        <p15:guide id="2" pos="288" userDrawn="1">
          <p15:clr>
            <a:srgbClr val="FBAE40"/>
          </p15:clr>
        </p15:guide>
        <p15:guide id="3" pos="604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ayout Option 2">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EDBA6C6-E69A-4D0D-B0EA-57BAE62B15C6}"/>
              </a:ext>
            </a:extLst>
          </p:cNvPr>
          <p:cNvSpPr>
            <a:spLocks noGrp="1"/>
          </p:cNvSpPr>
          <p:nvPr>
            <p:ph type="pic" sz="quarter" idx="10"/>
          </p:nvPr>
        </p:nvSpPr>
        <p:spPr>
          <a:xfrm>
            <a:off x="0" y="0"/>
            <a:ext cx="10058400" cy="15544800"/>
          </a:xfrm>
          <a:solidFill>
            <a:schemeClr val="tx1">
              <a:lumMod val="85000"/>
              <a:lumOff val="15000"/>
            </a:schemeClr>
          </a:solidFill>
        </p:spPr>
        <p:txBody>
          <a:bodyPr tIns="4389120" anchor="ctr"/>
          <a:lstStyle>
            <a:lvl1pPr marL="0" indent="0" algn="ctr">
              <a:buNone/>
              <a:defRPr>
                <a:solidFill>
                  <a:schemeClr val="bg1"/>
                </a:solidFill>
                <a:latin typeface="+mj-lt"/>
                <a:cs typeface="Posterama" panose="020B0504020200020000" pitchFamily="34"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9BB225E7-242D-4A83-8AB4-AC0331CBCB9F}"/>
              </a:ext>
            </a:extLst>
          </p:cNvPr>
          <p:cNvSpPr>
            <a:spLocks noGrp="1"/>
          </p:cNvSpPr>
          <p:nvPr>
            <p:ph type="ctrTitle" hasCustomPrompt="1"/>
          </p:nvPr>
        </p:nvSpPr>
        <p:spPr>
          <a:xfrm>
            <a:off x="405130" y="1137298"/>
            <a:ext cx="9358630" cy="1950119"/>
          </a:xfrm>
        </p:spPr>
        <p:txBody>
          <a:bodyPr anchor="ctr">
            <a:normAutofit/>
          </a:bodyPr>
          <a:lstStyle>
            <a:lvl1pPr algn="l">
              <a:defRPr sz="12000" b="1" cap="all" baseline="0">
                <a:solidFill>
                  <a:schemeClr val="bg1"/>
                </a:solidFill>
                <a:latin typeface="+mn-lt"/>
                <a:ea typeface="HGGothicE" panose="020B0909000000000000" pitchFamily="49" charset="-128"/>
                <a:cs typeface="Posterama" panose="020B0504020200020000" pitchFamily="34" charset="0"/>
              </a:defRPr>
            </a:lvl1pPr>
          </a:lstStyle>
          <a:p>
            <a:r>
              <a:rPr lang="en-US" dirty="0"/>
              <a:t>TITLE</a:t>
            </a:r>
          </a:p>
        </p:txBody>
      </p:sp>
      <p:sp>
        <p:nvSpPr>
          <p:cNvPr id="14" name="Text Placeholder 13">
            <a:extLst>
              <a:ext uri="{FF2B5EF4-FFF2-40B4-BE49-F238E27FC236}">
                <a16:creationId xmlns:a16="http://schemas.microsoft.com/office/drawing/2014/main" id="{3CD960E4-D317-41EA-92FD-499084FF4C9C}"/>
              </a:ext>
            </a:extLst>
          </p:cNvPr>
          <p:cNvSpPr>
            <a:spLocks noGrp="1"/>
          </p:cNvSpPr>
          <p:nvPr>
            <p:ph type="body" sz="quarter" idx="11" hasCustomPrompt="1"/>
          </p:nvPr>
        </p:nvSpPr>
        <p:spPr>
          <a:xfrm>
            <a:off x="405130" y="464503"/>
            <a:ext cx="4754880" cy="501423"/>
          </a:xfrm>
        </p:spPr>
        <p:txBody>
          <a:bodyPr anchor="b">
            <a:noAutofit/>
          </a:bodyPr>
          <a:lstStyle>
            <a:lvl1pPr marL="0" indent="0" algn="l">
              <a:buNone/>
              <a:defRPr sz="24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5" name="Text Placeholder 13">
            <a:extLst>
              <a:ext uri="{FF2B5EF4-FFF2-40B4-BE49-F238E27FC236}">
                <a16:creationId xmlns:a16="http://schemas.microsoft.com/office/drawing/2014/main" id="{3E762F53-9A25-025B-D42C-9213424CE192}"/>
              </a:ext>
            </a:extLst>
          </p:cNvPr>
          <p:cNvSpPr>
            <a:spLocks noGrp="1"/>
          </p:cNvSpPr>
          <p:nvPr>
            <p:ph type="body" sz="quarter" idx="12" hasCustomPrompt="1"/>
          </p:nvPr>
        </p:nvSpPr>
        <p:spPr>
          <a:xfrm>
            <a:off x="405130" y="3089957"/>
            <a:ext cx="4395470" cy="1697943"/>
          </a:xfrm>
        </p:spPr>
        <p:txBody>
          <a:bodyPr anchor="t">
            <a:noAutofit/>
          </a:bodyPr>
          <a:lstStyle>
            <a:lvl1pPr marL="0" indent="0" algn="l">
              <a:lnSpc>
                <a:spcPct val="100000"/>
              </a:lnSpc>
              <a:spcBef>
                <a:spcPts val="600"/>
              </a:spcBef>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6" name="Text Placeholder 13">
            <a:extLst>
              <a:ext uri="{FF2B5EF4-FFF2-40B4-BE49-F238E27FC236}">
                <a16:creationId xmlns:a16="http://schemas.microsoft.com/office/drawing/2014/main" id="{E22A2128-9C66-1516-3244-571876C4E9B9}"/>
              </a:ext>
            </a:extLst>
          </p:cNvPr>
          <p:cNvSpPr>
            <a:spLocks noGrp="1"/>
          </p:cNvSpPr>
          <p:nvPr>
            <p:ph type="body" sz="quarter" idx="13" hasCustomPrompt="1"/>
          </p:nvPr>
        </p:nvSpPr>
        <p:spPr>
          <a:xfrm>
            <a:off x="405130" y="5195618"/>
            <a:ext cx="4395470" cy="3064462"/>
          </a:xfrm>
        </p:spPr>
        <p:txBody>
          <a:bodyPr anchor="t">
            <a:noAutofit/>
          </a:bodyPr>
          <a:lstStyle>
            <a:lvl1pPr marL="0" indent="0" algn="l">
              <a:lnSpc>
                <a:spcPct val="100000"/>
              </a:lnSpc>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7" name="Text Placeholder 13">
            <a:extLst>
              <a:ext uri="{FF2B5EF4-FFF2-40B4-BE49-F238E27FC236}">
                <a16:creationId xmlns:a16="http://schemas.microsoft.com/office/drawing/2014/main" id="{1FEC28B8-CC8A-6D86-7347-EFBF6733829B}"/>
              </a:ext>
            </a:extLst>
          </p:cNvPr>
          <p:cNvSpPr>
            <a:spLocks noGrp="1"/>
          </p:cNvSpPr>
          <p:nvPr>
            <p:ph type="body" sz="quarter" idx="14" hasCustomPrompt="1"/>
          </p:nvPr>
        </p:nvSpPr>
        <p:spPr>
          <a:xfrm>
            <a:off x="410210" y="12454843"/>
            <a:ext cx="4984750" cy="2383226"/>
          </a:xfrm>
        </p:spPr>
        <p:txBody>
          <a:bodyPr anchor="b">
            <a:noAutofit/>
          </a:bodyPr>
          <a:lstStyle>
            <a:lvl1pPr marL="0" indent="0" algn="l">
              <a:lnSpc>
                <a:spcPct val="150000"/>
              </a:lnSpc>
              <a:spcBef>
                <a:spcPts val="0"/>
              </a:spcBef>
              <a:buNone/>
              <a:defRPr sz="20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9" name="Text Placeholder 13">
            <a:extLst>
              <a:ext uri="{FF2B5EF4-FFF2-40B4-BE49-F238E27FC236}">
                <a16:creationId xmlns:a16="http://schemas.microsoft.com/office/drawing/2014/main" id="{CB7BA584-BA7A-37CA-7A32-4B5748139AF7}"/>
              </a:ext>
            </a:extLst>
          </p:cNvPr>
          <p:cNvSpPr>
            <a:spLocks noGrp="1"/>
          </p:cNvSpPr>
          <p:nvPr>
            <p:ph type="body" sz="quarter" idx="15" hasCustomPrompt="1"/>
          </p:nvPr>
        </p:nvSpPr>
        <p:spPr>
          <a:xfrm>
            <a:off x="5516880" y="12454843"/>
            <a:ext cx="4246880" cy="2383226"/>
          </a:xfrm>
        </p:spPr>
        <p:txBody>
          <a:bodyPr anchor="b">
            <a:noAutofit/>
          </a:bodyPr>
          <a:lstStyle>
            <a:lvl1pPr marL="0" indent="0" algn="r">
              <a:lnSpc>
                <a:spcPct val="150000"/>
              </a:lnSpc>
              <a:spcBef>
                <a:spcPts val="0"/>
              </a:spcBef>
              <a:buNone/>
              <a:defRPr sz="2000" cap="all" baseline="0">
                <a:solidFill>
                  <a:schemeClr val="bg1"/>
                </a:solidFill>
                <a:latin typeface="+mn-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Tree>
    <p:extLst>
      <p:ext uri="{BB962C8B-B14F-4D97-AF65-F5344CB8AC3E}">
        <p14:creationId xmlns:p14="http://schemas.microsoft.com/office/powerpoint/2010/main" val="1948302390"/>
      </p:ext>
    </p:extLst>
  </p:cSld>
  <p:clrMapOvr>
    <a:masterClrMapping/>
  </p:clrMapOvr>
  <p:extLst>
    <p:ext uri="{DCECCB84-F9BA-43D5-87BE-67443E8EF086}">
      <p15:sldGuideLst xmlns:p15="http://schemas.microsoft.com/office/powerpoint/2012/main">
        <p15:guide id="1" orient="horz" pos="4896" userDrawn="1">
          <p15:clr>
            <a:srgbClr val="FBAE40"/>
          </p15:clr>
        </p15:guide>
        <p15:guide id="2" pos="288" userDrawn="1">
          <p15:clr>
            <a:srgbClr val="FBAE40"/>
          </p15:clr>
        </p15:guide>
        <p15:guide id="3" pos="604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yout Option 3">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EDBA6C6-E69A-4D0D-B0EA-57BAE62B15C6}"/>
              </a:ext>
            </a:extLst>
          </p:cNvPr>
          <p:cNvSpPr>
            <a:spLocks noGrp="1"/>
          </p:cNvSpPr>
          <p:nvPr>
            <p:ph type="pic" sz="quarter" idx="10"/>
          </p:nvPr>
        </p:nvSpPr>
        <p:spPr>
          <a:xfrm>
            <a:off x="0" y="0"/>
            <a:ext cx="10058400" cy="15544800"/>
          </a:xfrm>
          <a:solidFill>
            <a:schemeClr val="tx1">
              <a:lumMod val="85000"/>
              <a:lumOff val="15000"/>
            </a:schemeClr>
          </a:solidFill>
        </p:spPr>
        <p:txBody>
          <a:bodyPr tIns="4389120" anchor="ctr"/>
          <a:lstStyle>
            <a:lvl1pPr marL="0" indent="0" algn="ctr">
              <a:buNone/>
              <a:defRPr>
                <a:solidFill>
                  <a:schemeClr val="bg1"/>
                </a:solidFill>
                <a:latin typeface="+mj-lt"/>
                <a:cs typeface="Posterama" panose="020B0504020200020000" pitchFamily="34"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9BB225E7-242D-4A83-8AB4-AC0331CBCB9F}"/>
              </a:ext>
            </a:extLst>
          </p:cNvPr>
          <p:cNvSpPr>
            <a:spLocks noGrp="1"/>
          </p:cNvSpPr>
          <p:nvPr>
            <p:ph type="ctrTitle" hasCustomPrompt="1"/>
          </p:nvPr>
        </p:nvSpPr>
        <p:spPr>
          <a:xfrm>
            <a:off x="405130" y="1506629"/>
            <a:ext cx="9358630" cy="1656988"/>
          </a:xfrm>
        </p:spPr>
        <p:txBody>
          <a:bodyPr bIns="0" anchor="b">
            <a:normAutofit/>
          </a:bodyPr>
          <a:lstStyle>
            <a:lvl1pPr algn="l">
              <a:defRPr sz="10000" b="1" cap="all" baseline="0">
                <a:solidFill>
                  <a:schemeClr val="bg1"/>
                </a:solidFill>
                <a:latin typeface="+mn-lt"/>
                <a:ea typeface="HGGothicE" panose="020B0909000000000000" pitchFamily="49" charset="-128"/>
                <a:cs typeface="Posterama" panose="020B0504020200020000" pitchFamily="34" charset="0"/>
              </a:defRPr>
            </a:lvl1pPr>
          </a:lstStyle>
          <a:p>
            <a:r>
              <a:rPr lang="en-US" dirty="0"/>
              <a:t>TITLE</a:t>
            </a:r>
          </a:p>
        </p:txBody>
      </p:sp>
      <p:sp>
        <p:nvSpPr>
          <p:cNvPr id="14" name="Text Placeholder 13">
            <a:extLst>
              <a:ext uri="{FF2B5EF4-FFF2-40B4-BE49-F238E27FC236}">
                <a16:creationId xmlns:a16="http://schemas.microsoft.com/office/drawing/2014/main" id="{3CD960E4-D317-41EA-92FD-499084FF4C9C}"/>
              </a:ext>
            </a:extLst>
          </p:cNvPr>
          <p:cNvSpPr>
            <a:spLocks noGrp="1"/>
          </p:cNvSpPr>
          <p:nvPr>
            <p:ph type="body" sz="quarter" idx="11" hasCustomPrompt="1"/>
          </p:nvPr>
        </p:nvSpPr>
        <p:spPr>
          <a:xfrm>
            <a:off x="405130" y="464503"/>
            <a:ext cx="4754880" cy="501423"/>
          </a:xfrm>
        </p:spPr>
        <p:txBody>
          <a:bodyPr anchor="b">
            <a:noAutofit/>
          </a:bodyPr>
          <a:lstStyle>
            <a:lvl1pPr marL="0" indent="0" algn="l">
              <a:buNone/>
              <a:defRPr sz="24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5" name="Text Placeholder 13">
            <a:extLst>
              <a:ext uri="{FF2B5EF4-FFF2-40B4-BE49-F238E27FC236}">
                <a16:creationId xmlns:a16="http://schemas.microsoft.com/office/drawing/2014/main" id="{3E762F53-9A25-025B-D42C-9213424CE192}"/>
              </a:ext>
            </a:extLst>
          </p:cNvPr>
          <p:cNvSpPr>
            <a:spLocks noGrp="1"/>
          </p:cNvSpPr>
          <p:nvPr>
            <p:ph type="body" sz="quarter" idx="12" hasCustomPrompt="1"/>
          </p:nvPr>
        </p:nvSpPr>
        <p:spPr>
          <a:xfrm>
            <a:off x="405130" y="3150917"/>
            <a:ext cx="9358630" cy="872443"/>
          </a:xfrm>
        </p:spPr>
        <p:txBody>
          <a:bodyPr anchor="t">
            <a:noAutofit/>
          </a:bodyPr>
          <a:lstStyle>
            <a:lvl1pPr marL="0" indent="0" algn="l">
              <a:lnSpc>
                <a:spcPct val="100000"/>
              </a:lnSpc>
              <a:spcBef>
                <a:spcPts val="600"/>
              </a:spcBef>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6" name="Text Placeholder 13">
            <a:extLst>
              <a:ext uri="{FF2B5EF4-FFF2-40B4-BE49-F238E27FC236}">
                <a16:creationId xmlns:a16="http://schemas.microsoft.com/office/drawing/2014/main" id="{E22A2128-9C66-1516-3244-571876C4E9B9}"/>
              </a:ext>
            </a:extLst>
          </p:cNvPr>
          <p:cNvSpPr>
            <a:spLocks noGrp="1"/>
          </p:cNvSpPr>
          <p:nvPr>
            <p:ph type="body" sz="quarter" idx="13" hasCustomPrompt="1"/>
          </p:nvPr>
        </p:nvSpPr>
        <p:spPr>
          <a:xfrm>
            <a:off x="405130" y="5195618"/>
            <a:ext cx="9358630" cy="2180542"/>
          </a:xfrm>
        </p:spPr>
        <p:txBody>
          <a:bodyPr anchor="t">
            <a:noAutofit/>
          </a:bodyPr>
          <a:lstStyle>
            <a:lvl1pPr marL="0" indent="0" algn="l">
              <a:lnSpc>
                <a:spcPct val="120000"/>
              </a:lnSpc>
              <a:buNone/>
              <a:defRPr sz="32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
        <p:nvSpPr>
          <p:cNvPr id="7" name="Text Placeholder 13">
            <a:extLst>
              <a:ext uri="{FF2B5EF4-FFF2-40B4-BE49-F238E27FC236}">
                <a16:creationId xmlns:a16="http://schemas.microsoft.com/office/drawing/2014/main" id="{1FEC28B8-CC8A-6D86-7347-EFBF6733829B}"/>
              </a:ext>
            </a:extLst>
          </p:cNvPr>
          <p:cNvSpPr>
            <a:spLocks noGrp="1"/>
          </p:cNvSpPr>
          <p:nvPr>
            <p:ph type="body" sz="quarter" idx="14" hasCustomPrompt="1"/>
          </p:nvPr>
        </p:nvSpPr>
        <p:spPr>
          <a:xfrm>
            <a:off x="405130" y="14377021"/>
            <a:ext cx="9358630" cy="918247"/>
          </a:xfrm>
        </p:spPr>
        <p:txBody>
          <a:bodyPr anchor="ctr">
            <a:noAutofit/>
          </a:bodyPr>
          <a:lstStyle>
            <a:lvl1pPr marL="0" indent="0" algn="ctr">
              <a:lnSpc>
                <a:spcPct val="150000"/>
              </a:lnSpc>
              <a:spcBef>
                <a:spcPts val="0"/>
              </a:spcBef>
              <a:buNone/>
              <a:defRPr sz="2000" cap="all" baseline="0">
                <a:solidFill>
                  <a:schemeClr val="bg1"/>
                </a:solidFill>
                <a:latin typeface="+mj-lt"/>
                <a:cs typeface="Posterama" panose="020B0504020200020000" pitchFamily="34" charset="0"/>
              </a:defRPr>
            </a:lvl1pPr>
            <a:lvl2pPr marL="636177" indent="0" algn="ctr">
              <a:buNone/>
              <a:defRPr sz="2000">
                <a:solidFill>
                  <a:schemeClr val="bg1"/>
                </a:solidFill>
              </a:defRPr>
            </a:lvl2pPr>
            <a:lvl3pPr marL="1272355" indent="0" algn="ctr">
              <a:buNone/>
              <a:defRPr sz="2000">
                <a:solidFill>
                  <a:schemeClr val="bg1"/>
                </a:solidFill>
              </a:defRPr>
            </a:lvl3pPr>
            <a:lvl4pPr marL="1908532" indent="0" algn="ctr">
              <a:buNone/>
              <a:defRPr sz="2000">
                <a:solidFill>
                  <a:schemeClr val="bg1"/>
                </a:solidFill>
              </a:defRPr>
            </a:lvl4pPr>
            <a:lvl5pPr marL="2544710" indent="0" algn="ctr">
              <a:buNone/>
              <a:defRPr sz="2000">
                <a:solidFill>
                  <a:schemeClr val="bg1"/>
                </a:solidFill>
              </a:defRPr>
            </a:lvl5pPr>
          </a:lstStyle>
          <a:p>
            <a:pPr lvl="0"/>
            <a:r>
              <a:rPr lang="en-US" dirty="0"/>
              <a:t>CLICK TO ADD TEXT </a:t>
            </a:r>
          </a:p>
        </p:txBody>
      </p:sp>
    </p:spTree>
    <p:extLst>
      <p:ext uri="{BB962C8B-B14F-4D97-AF65-F5344CB8AC3E}">
        <p14:creationId xmlns:p14="http://schemas.microsoft.com/office/powerpoint/2010/main" val="3211670960"/>
      </p:ext>
    </p:extLst>
  </p:cSld>
  <p:clrMapOvr>
    <a:masterClrMapping/>
  </p:clrMapOvr>
  <p:extLst>
    <p:ext uri="{DCECCB84-F9BA-43D5-87BE-67443E8EF086}">
      <p15:sldGuideLst xmlns:p15="http://schemas.microsoft.com/office/powerpoint/2012/main">
        <p15:guide id="1" orient="horz" pos="4896" userDrawn="1">
          <p15:clr>
            <a:srgbClr val="FBAE40"/>
          </p15:clr>
        </p15:guide>
        <p15:guide id="2" pos="288" userDrawn="1">
          <p15:clr>
            <a:srgbClr val="FBAE40"/>
          </p15:clr>
        </p15:guide>
        <p15:guide id="3" pos="6048"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3FD534-551D-4853-B009-6CE3AE8684F1}"/>
              </a:ext>
            </a:extLst>
          </p:cNvPr>
          <p:cNvSpPr>
            <a:spLocks noGrp="1"/>
          </p:cNvSpPr>
          <p:nvPr>
            <p:ph type="title"/>
          </p:nvPr>
        </p:nvSpPr>
        <p:spPr>
          <a:xfrm>
            <a:off x="691517" y="827621"/>
            <a:ext cx="8675370" cy="300460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0F36324-F194-460C-9BA6-98A64B0878AF}"/>
              </a:ext>
            </a:extLst>
          </p:cNvPr>
          <p:cNvSpPr>
            <a:spLocks noGrp="1"/>
          </p:cNvSpPr>
          <p:nvPr>
            <p:ph type="body" idx="1"/>
          </p:nvPr>
        </p:nvSpPr>
        <p:spPr>
          <a:xfrm>
            <a:off x="691517" y="4138085"/>
            <a:ext cx="8675370" cy="9863033"/>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20359820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Lst>
  <p:txStyles>
    <p:titleStyle>
      <a:lvl1pPr algn="l" defTabSz="1272355" rtl="0" eaLnBrk="1" latinLnBrk="0" hangingPunct="1">
        <a:lnSpc>
          <a:spcPct val="90000"/>
        </a:lnSpc>
        <a:spcBef>
          <a:spcPct val="0"/>
        </a:spcBef>
        <a:buNone/>
        <a:defRPr sz="5400" b="1" kern="1200">
          <a:solidFill>
            <a:schemeClr val="tx1"/>
          </a:solidFill>
          <a:latin typeface="+mj-lt"/>
          <a:ea typeface="+mj-ea"/>
          <a:cs typeface="Posterama" panose="020B0504020200020000" pitchFamily="34" charset="0"/>
        </a:defRPr>
      </a:lvl1pPr>
    </p:titleStyle>
    <p:bodyStyle>
      <a:lvl1pPr marL="0" indent="0" algn="l" defTabSz="1272355" rtl="0" eaLnBrk="1" latinLnBrk="0" hangingPunct="1">
        <a:lnSpc>
          <a:spcPct val="90000"/>
        </a:lnSpc>
        <a:spcBef>
          <a:spcPts val="1391"/>
        </a:spcBef>
        <a:buFont typeface="Arial" panose="020B0604020202020204" pitchFamily="34" charset="0"/>
        <a:buNone/>
        <a:defRPr sz="3896" kern="1200">
          <a:solidFill>
            <a:schemeClr val="tx1"/>
          </a:solidFill>
          <a:latin typeface="+mn-lt"/>
          <a:ea typeface="+mn-ea"/>
          <a:cs typeface="Posterama" panose="020B0504020200020000" pitchFamily="34" charset="0"/>
        </a:defRPr>
      </a:lvl1pPr>
      <a:lvl2pPr marL="636177" indent="0" algn="l" defTabSz="1272355" rtl="0" eaLnBrk="1" latinLnBrk="0" hangingPunct="1">
        <a:lnSpc>
          <a:spcPct val="90000"/>
        </a:lnSpc>
        <a:spcBef>
          <a:spcPts val="696"/>
        </a:spcBef>
        <a:buFont typeface="Arial" panose="020B0604020202020204" pitchFamily="34" charset="0"/>
        <a:buNone/>
        <a:defRPr sz="3339" kern="1200">
          <a:solidFill>
            <a:schemeClr val="tx1"/>
          </a:solidFill>
          <a:latin typeface="Posterama" panose="020B0504020200020000" pitchFamily="34" charset="0"/>
          <a:ea typeface="+mn-ea"/>
          <a:cs typeface="Posterama" panose="020B0504020200020000" pitchFamily="34" charset="0"/>
        </a:defRPr>
      </a:lvl2pPr>
      <a:lvl3pPr marL="1272355" indent="0" algn="l" defTabSz="1272355" rtl="0" eaLnBrk="1" latinLnBrk="0" hangingPunct="1">
        <a:lnSpc>
          <a:spcPct val="90000"/>
        </a:lnSpc>
        <a:spcBef>
          <a:spcPts val="696"/>
        </a:spcBef>
        <a:buFont typeface="Arial" panose="020B0604020202020204" pitchFamily="34" charset="0"/>
        <a:buNone/>
        <a:defRPr sz="2783" kern="1200">
          <a:solidFill>
            <a:schemeClr val="tx1"/>
          </a:solidFill>
          <a:latin typeface="Posterama" panose="020B0504020200020000" pitchFamily="34" charset="0"/>
          <a:ea typeface="+mn-ea"/>
          <a:cs typeface="Posterama" panose="020B0504020200020000" pitchFamily="34" charset="0"/>
        </a:defRPr>
      </a:lvl3pPr>
      <a:lvl4pPr marL="1908532" indent="0" algn="l" defTabSz="1272355" rtl="0" eaLnBrk="1" latinLnBrk="0" hangingPunct="1">
        <a:lnSpc>
          <a:spcPct val="90000"/>
        </a:lnSpc>
        <a:spcBef>
          <a:spcPts val="696"/>
        </a:spcBef>
        <a:buFont typeface="Arial" panose="020B0604020202020204" pitchFamily="34" charset="0"/>
        <a:buNone/>
        <a:defRPr sz="2505" kern="1200">
          <a:solidFill>
            <a:schemeClr val="tx1"/>
          </a:solidFill>
          <a:latin typeface="Posterama" panose="020B0504020200020000" pitchFamily="34" charset="0"/>
          <a:ea typeface="+mn-ea"/>
          <a:cs typeface="Posterama" panose="020B0504020200020000" pitchFamily="34" charset="0"/>
        </a:defRPr>
      </a:lvl4pPr>
      <a:lvl5pPr marL="2544710" indent="0" algn="l" defTabSz="1272355" rtl="0" eaLnBrk="1" latinLnBrk="0" hangingPunct="1">
        <a:lnSpc>
          <a:spcPct val="90000"/>
        </a:lnSpc>
        <a:spcBef>
          <a:spcPts val="696"/>
        </a:spcBef>
        <a:buFont typeface="Arial" panose="020B0604020202020204" pitchFamily="34" charset="0"/>
        <a:buNone/>
        <a:defRPr sz="2505" kern="1200">
          <a:solidFill>
            <a:schemeClr val="tx1"/>
          </a:solidFill>
          <a:latin typeface="Posterama" panose="020B0504020200020000" pitchFamily="34" charset="0"/>
          <a:ea typeface="+mn-ea"/>
          <a:cs typeface="Posterama" panose="020B0504020200020000" pitchFamily="34" charset="0"/>
        </a:defRPr>
      </a:lvl5pPr>
      <a:lvl6pPr marL="3498976" indent="-318089" algn="l" defTabSz="1272355" rtl="0" eaLnBrk="1" latinLnBrk="0" hangingPunct="1">
        <a:lnSpc>
          <a:spcPct val="90000"/>
        </a:lnSpc>
        <a:spcBef>
          <a:spcPts val="696"/>
        </a:spcBef>
        <a:buFont typeface="Arial" panose="020B0604020202020204" pitchFamily="34" charset="0"/>
        <a:buChar char="•"/>
        <a:defRPr sz="2505" kern="1200">
          <a:solidFill>
            <a:schemeClr val="tx1"/>
          </a:solidFill>
          <a:latin typeface="+mn-lt"/>
          <a:ea typeface="+mn-ea"/>
          <a:cs typeface="+mn-cs"/>
        </a:defRPr>
      </a:lvl6pPr>
      <a:lvl7pPr marL="4135153" indent="-318089" algn="l" defTabSz="1272355" rtl="0" eaLnBrk="1" latinLnBrk="0" hangingPunct="1">
        <a:lnSpc>
          <a:spcPct val="90000"/>
        </a:lnSpc>
        <a:spcBef>
          <a:spcPts val="696"/>
        </a:spcBef>
        <a:buFont typeface="Arial" panose="020B0604020202020204" pitchFamily="34" charset="0"/>
        <a:buChar char="•"/>
        <a:defRPr sz="2505" kern="1200">
          <a:solidFill>
            <a:schemeClr val="tx1"/>
          </a:solidFill>
          <a:latin typeface="+mn-lt"/>
          <a:ea typeface="+mn-ea"/>
          <a:cs typeface="+mn-cs"/>
        </a:defRPr>
      </a:lvl7pPr>
      <a:lvl8pPr marL="4771331" indent="-318089" algn="l" defTabSz="1272355" rtl="0" eaLnBrk="1" latinLnBrk="0" hangingPunct="1">
        <a:lnSpc>
          <a:spcPct val="90000"/>
        </a:lnSpc>
        <a:spcBef>
          <a:spcPts val="696"/>
        </a:spcBef>
        <a:buFont typeface="Arial" panose="020B0604020202020204" pitchFamily="34" charset="0"/>
        <a:buChar char="•"/>
        <a:defRPr sz="2505" kern="1200">
          <a:solidFill>
            <a:schemeClr val="tx1"/>
          </a:solidFill>
          <a:latin typeface="+mn-lt"/>
          <a:ea typeface="+mn-ea"/>
          <a:cs typeface="+mn-cs"/>
        </a:defRPr>
      </a:lvl8pPr>
      <a:lvl9pPr marL="5407509" indent="-318089" algn="l" defTabSz="1272355" rtl="0" eaLnBrk="1" latinLnBrk="0" hangingPunct="1">
        <a:lnSpc>
          <a:spcPct val="90000"/>
        </a:lnSpc>
        <a:spcBef>
          <a:spcPts val="696"/>
        </a:spcBef>
        <a:buFont typeface="Arial" panose="020B0604020202020204" pitchFamily="34" charset="0"/>
        <a:buChar char="•"/>
        <a:defRPr sz="2505" kern="1200">
          <a:solidFill>
            <a:schemeClr val="tx1"/>
          </a:solidFill>
          <a:latin typeface="+mn-lt"/>
          <a:ea typeface="+mn-ea"/>
          <a:cs typeface="+mn-cs"/>
        </a:defRPr>
      </a:lvl9pPr>
    </p:bodyStyle>
    <p:otherStyle>
      <a:defPPr>
        <a:defRPr lang="en-US"/>
      </a:defPPr>
      <a:lvl1pPr marL="0" algn="l" defTabSz="1272355" rtl="0" eaLnBrk="1" latinLnBrk="0" hangingPunct="1">
        <a:defRPr sz="2505" kern="1200">
          <a:solidFill>
            <a:schemeClr val="tx1"/>
          </a:solidFill>
          <a:latin typeface="+mn-lt"/>
          <a:ea typeface="+mn-ea"/>
          <a:cs typeface="+mn-cs"/>
        </a:defRPr>
      </a:lvl1pPr>
      <a:lvl2pPr marL="636177" algn="l" defTabSz="1272355" rtl="0" eaLnBrk="1" latinLnBrk="0" hangingPunct="1">
        <a:defRPr sz="2505" kern="1200">
          <a:solidFill>
            <a:schemeClr val="tx1"/>
          </a:solidFill>
          <a:latin typeface="+mn-lt"/>
          <a:ea typeface="+mn-ea"/>
          <a:cs typeface="+mn-cs"/>
        </a:defRPr>
      </a:lvl2pPr>
      <a:lvl3pPr marL="1272355" algn="l" defTabSz="1272355" rtl="0" eaLnBrk="1" latinLnBrk="0" hangingPunct="1">
        <a:defRPr sz="2505" kern="1200">
          <a:solidFill>
            <a:schemeClr val="tx1"/>
          </a:solidFill>
          <a:latin typeface="+mn-lt"/>
          <a:ea typeface="+mn-ea"/>
          <a:cs typeface="+mn-cs"/>
        </a:defRPr>
      </a:lvl3pPr>
      <a:lvl4pPr marL="1908532" algn="l" defTabSz="1272355" rtl="0" eaLnBrk="1" latinLnBrk="0" hangingPunct="1">
        <a:defRPr sz="2505" kern="1200">
          <a:solidFill>
            <a:schemeClr val="tx1"/>
          </a:solidFill>
          <a:latin typeface="+mn-lt"/>
          <a:ea typeface="+mn-ea"/>
          <a:cs typeface="+mn-cs"/>
        </a:defRPr>
      </a:lvl4pPr>
      <a:lvl5pPr marL="2544710" algn="l" defTabSz="1272355" rtl="0" eaLnBrk="1" latinLnBrk="0" hangingPunct="1">
        <a:defRPr sz="2505" kern="1200">
          <a:solidFill>
            <a:schemeClr val="tx1"/>
          </a:solidFill>
          <a:latin typeface="+mn-lt"/>
          <a:ea typeface="+mn-ea"/>
          <a:cs typeface="+mn-cs"/>
        </a:defRPr>
      </a:lvl5pPr>
      <a:lvl6pPr marL="3180887" algn="l" defTabSz="1272355" rtl="0" eaLnBrk="1" latinLnBrk="0" hangingPunct="1">
        <a:defRPr sz="2505" kern="1200">
          <a:solidFill>
            <a:schemeClr val="tx1"/>
          </a:solidFill>
          <a:latin typeface="+mn-lt"/>
          <a:ea typeface="+mn-ea"/>
          <a:cs typeface="+mn-cs"/>
        </a:defRPr>
      </a:lvl6pPr>
      <a:lvl7pPr marL="3817065" algn="l" defTabSz="1272355" rtl="0" eaLnBrk="1" latinLnBrk="0" hangingPunct="1">
        <a:defRPr sz="2505" kern="1200">
          <a:solidFill>
            <a:schemeClr val="tx1"/>
          </a:solidFill>
          <a:latin typeface="+mn-lt"/>
          <a:ea typeface="+mn-ea"/>
          <a:cs typeface="+mn-cs"/>
        </a:defRPr>
      </a:lvl7pPr>
      <a:lvl8pPr marL="4453242" algn="l" defTabSz="1272355" rtl="0" eaLnBrk="1" latinLnBrk="0" hangingPunct="1">
        <a:defRPr sz="2505" kern="1200">
          <a:solidFill>
            <a:schemeClr val="tx1"/>
          </a:solidFill>
          <a:latin typeface="+mn-lt"/>
          <a:ea typeface="+mn-ea"/>
          <a:cs typeface="+mn-cs"/>
        </a:defRPr>
      </a:lvl8pPr>
      <a:lvl9pPr marL="5089419" algn="l" defTabSz="1272355" rtl="0" eaLnBrk="1" latinLnBrk="0" hangingPunct="1">
        <a:defRPr sz="250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96" userDrawn="1">
          <p15:clr>
            <a:srgbClr val="F26B43"/>
          </p15:clr>
        </p15:guide>
        <p15:guide id="2" pos="316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61E83-9F4C-C740-B2ED-FA2C512F166D}"/>
            </a:ext>
          </a:extLst>
        </p:cNvPr>
        <p:cNvGrpSpPr/>
        <p:nvPr/>
      </p:nvGrpSpPr>
      <p:grpSpPr>
        <a:xfrm>
          <a:off x="0" y="0"/>
          <a:ext cx="0" cy="0"/>
          <a:chOff x="0" y="0"/>
          <a:chExt cx="0" cy="0"/>
        </a:xfrm>
      </p:grpSpPr>
      <p:pic>
        <p:nvPicPr>
          <p:cNvPr id="59" name="Picture Placeholder 16">
            <a:extLst>
              <a:ext uri="{FF2B5EF4-FFF2-40B4-BE49-F238E27FC236}">
                <a16:creationId xmlns:a16="http://schemas.microsoft.com/office/drawing/2014/main" id="{6F5DC1B3-B632-B844-B2E2-54BA8CD060DD}"/>
              </a:ext>
            </a:extLst>
          </p:cNvPr>
          <p:cNvPicPr>
            <a:picLocks noGrp="1" noChangeAspect="1"/>
          </p:cNvPicPr>
          <p:nvPr>
            <p:ph type="pic" sz="quarter" idx="10"/>
          </p:nvPr>
        </p:nvPicPr>
        <p:blipFill>
          <a:blip r:embed="rId3"/>
          <a:srcRect/>
          <a:stretch/>
        </p:blipFill>
        <p:spPr>
          <a:xfrm>
            <a:off x="0" y="0"/>
            <a:ext cx="10058400" cy="15544800"/>
          </a:xfrm>
        </p:spPr>
      </p:pic>
      <p:sp>
        <p:nvSpPr>
          <p:cNvPr id="6" name="Rectangle 5">
            <a:extLst>
              <a:ext uri="{FF2B5EF4-FFF2-40B4-BE49-F238E27FC236}">
                <a16:creationId xmlns:a16="http://schemas.microsoft.com/office/drawing/2014/main" id="{2ED04416-8F06-6AE9-8235-B04CA7290195}"/>
              </a:ext>
            </a:extLst>
          </p:cNvPr>
          <p:cNvSpPr/>
          <p:nvPr/>
        </p:nvSpPr>
        <p:spPr>
          <a:xfrm>
            <a:off x="-1943" y="-3512"/>
            <a:ext cx="10058400" cy="15548312"/>
          </a:xfrm>
          <a:prstGeom prst="rect">
            <a:avLst/>
          </a:prstGeom>
          <a:solidFill>
            <a:schemeClr val="tx1">
              <a:lumMod val="50000"/>
              <a:lumOff val="5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DFE9493A-DA3A-C0E8-7239-69AE7EAF502E}"/>
              </a:ext>
            </a:extLst>
          </p:cNvPr>
          <p:cNvSpPr>
            <a:spLocks noGrp="1"/>
          </p:cNvSpPr>
          <p:nvPr>
            <p:ph type="ctrTitle"/>
          </p:nvPr>
        </p:nvSpPr>
        <p:spPr>
          <a:xfrm>
            <a:off x="405130" y="1137298"/>
            <a:ext cx="9358630" cy="1950109"/>
          </a:xfrm>
        </p:spPr>
        <p:txBody>
          <a:bodyPr>
            <a:normAutofit/>
          </a:bodyPr>
          <a:lstStyle/>
          <a:p>
            <a:r>
              <a:rPr lang="en-US" sz="8000" dirty="0"/>
              <a:t>Marjan </a:t>
            </a:r>
            <a:r>
              <a:rPr lang="en-US" sz="8000" dirty="0" err="1"/>
              <a:t>farsad</a:t>
            </a:r>
            <a:r>
              <a:rPr lang="en-US" sz="8000" dirty="0"/>
              <a:t> </a:t>
            </a:r>
          </a:p>
        </p:txBody>
      </p:sp>
      <p:sp>
        <p:nvSpPr>
          <p:cNvPr id="4" name="Text Placeholder 3">
            <a:extLst>
              <a:ext uri="{FF2B5EF4-FFF2-40B4-BE49-F238E27FC236}">
                <a16:creationId xmlns:a16="http://schemas.microsoft.com/office/drawing/2014/main" id="{9EB68D5A-EEE6-E785-3CC1-AB60E8C3A958}"/>
              </a:ext>
            </a:extLst>
          </p:cNvPr>
          <p:cNvSpPr>
            <a:spLocks noGrp="1"/>
          </p:cNvSpPr>
          <p:nvPr>
            <p:ph type="body" sz="quarter" idx="11"/>
          </p:nvPr>
        </p:nvSpPr>
        <p:spPr>
          <a:xfrm>
            <a:off x="405130" y="464503"/>
            <a:ext cx="4754880" cy="501423"/>
          </a:xfrm>
        </p:spPr>
        <p:txBody>
          <a:bodyPr/>
          <a:lstStyle/>
          <a:p>
            <a:r>
              <a:rPr lang="en-US" dirty="0"/>
              <a:t> isa concert ticket </a:t>
            </a:r>
          </a:p>
        </p:txBody>
      </p:sp>
      <p:sp>
        <p:nvSpPr>
          <p:cNvPr id="5" name="Text Placeholder 4">
            <a:extLst>
              <a:ext uri="{FF2B5EF4-FFF2-40B4-BE49-F238E27FC236}">
                <a16:creationId xmlns:a16="http://schemas.microsoft.com/office/drawing/2014/main" id="{6B7C65FE-933E-E767-36D0-EB7295FBDDC2}"/>
              </a:ext>
            </a:extLst>
          </p:cNvPr>
          <p:cNvSpPr>
            <a:spLocks noGrp="1"/>
          </p:cNvSpPr>
          <p:nvPr>
            <p:ph type="body" sz="quarter" idx="12"/>
          </p:nvPr>
        </p:nvSpPr>
        <p:spPr>
          <a:xfrm>
            <a:off x="405130" y="3089957"/>
            <a:ext cx="4622128" cy="1697943"/>
          </a:xfrm>
        </p:spPr>
        <p:txBody>
          <a:bodyPr/>
          <a:lstStyle/>
          <a:p>
            <a:pPr lvl="0"/>
            <a:r>
              <a:rPr lang="en-US" dirty="0"/>
              <a:t>Saturday  November  22</a:t>
            </a:r>
          </a:p>
          <a:p>
            <a:pPr lvl="0"/>
            <a:r>
              <a:rPr lang="en-US" dirty="0"/>
              <a:t>7 pm – 8:30 pm </a:t>
            </a:r>
          </a:p>
        </p:txBody>
      </p:sp>
      <p:grpSp>
        <p:nvGrpSpPr>
          <p:cNvPr id="51" name="Group 50">
            <a:extLst>
              <a:ext uri="{FF2B5EF4-FFF2-40B4-BE49-F238E27FC236}">
                <a16:creationId xmlns:a16="http://schemas.microsoft.com/office/drawing/2014/main" id="{B6539F88-84EE-4358-EAAF-3FDAD2402700}"/>
              </a:ext>
              <a:ext uri="{C183D7F6-B498-43B3-948B-1728B52AA6E4}">
                <adec:decorative xmlns:adec="http://schemas.microsoft.com/office/drawing/2017/decorative" val="1"/>
              </a:ext>
            </a:extLst>
          </p:cNvPr>
          <p:cNvGrpSpPr/>
          <p:nvPr/>
        </p:nvGrpSpPr>
        <p:grpSpPr>
          <a:xfrm>
            <a:off x="5027257" y="595493"/>
            <a:ext cx="5056245" cy="262855"/>
            <a:chOff x="5027257" y="595493"/>
            <a:chExt cx="5056245" cy="262855"/>
          </a:xfrm>
        </p:grpSpPr>
        <p:cxnSp>
          <p:nvCxnSpPr>
            <p:cNvPr id="52" name="Straight Connector 51">
              <a:extLst>
                <a:ext uri="{FF2B5EF4-FFF2-40B4-BE49-F238E27FC236}">
                  <a16:creationId xmlns:a16="http://schemas.microsoft.com/office/drawing/2014/main" id="{0AF092CA-3B15-568B-C696-D1901C8934E9}"/>
                </a:ext>
              </a:extLst>
            </p:cNvPr>
            <p:cNvCxnSpPr>
              <a:cxnSpLocks/>
            </p:cNvCxnSpPr>
            <p:nvPr/>
          </p:nvCxnSpPr>
          <p:spPr>
            <a:xfrm>
              <a:off x="5028466" y="595493"/>
              <a:ext cx="5043545" cy="0"/>
            </a:xfrm>
            <a:prstGeom prst="line">
              <a:avLst/>
            </a:prstGeom>
            <a:ln w="1270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894B85A-0ED2-EAE6-2C46-B910782206C0}"/>
                </a:ext>
              </a:extLst>
            </p:cNvPr>
            <p:cNvCxnSpPr>
              <a:cxnSpLocks/>
            </p:cNvCxnSpPr>
            <p:nvPr/>
          </p:nvCxnSpPr>
          <p:spPr>
            <a:xfrm>
              <a:off x="5030897" y="718879"/>
              <a:ext cx="5041114" cy="0"/>
            </a:xfrm>
            <a:prstGeom prst="line">
              <a:avLst/>
            </a:prstGeom>
            <a:ln w="2540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FD7F872-04B8-8012-C8EF-CD2DAD33BC66}"/>
                </a:ext>
              </a:extLst>
            </p:cNvPr>
            <p:cNvCxnSpPr>
              <a:cxnSpLocks/>
            </p:cNvCxnSpPr>
            <p:nvPr/>
          </p:nvCxnSpPr>
          <p:spPr>
            <a:xfrm>
              <a:off x="5027257" y="858348"/>
              <a:ext cx="5056245" cy="0"/>
            </a:xfrm>
            <a:prstGeom prst="line">
              <a:avLst/>
            </a:prstGeom>
            <a:ln w="38100" cmpd="sng">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4779AD82-2D63-E072-4C72-C2C2424F134B}"/>
              </a:ext>
            </a:extLst>
          </p:cNvPr>
          <p:cNvSpPr/>
          <p:nvPr/>
        </p:nvSpPr>
        <p:spPr>
          <a:xfrm>
            <a:off x="27045" y="13595966"/>
            <a:ext cx="10056457" cy="1950109"/>
          </a:xfrm>
          <a:prstGeom prst="rect">
            <a:avLst/>
          </a:prstGeom>
          <a:solidFill>
            <a:srgbClr val="404040"/>
          </a:solidFill>
          <a:ln>
            <a:solidFill>
              <a:srgbClr val="4343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logo with blue and green leaves&#10;&#10;AI-generated content may be incorrect.">
            <a:extLst>
              <a:ext uri="{FF2B5EF4-FFF2-40B4-BE49-F238E27FC236}">
                <a16:creationId xmlns:a16="http://schemas.microsoft.com/office/drawing/2014/main" id="{02884F86-123D-A9F8-2D40-2320263A3F15}"/>
              </a:ext>
            </a:extLst>
          </p:cNvPr>
          <p:cNvPicPr>
            <a:picLocks noChangeAspect="1"/>
          </p:cNvPicPr>
          <p:nvPr/>
        </p:nvPicPr>
        <p:blipFill>
          <a:blip r:embed="rId4">
            <a:alphaModFix amt="50000"/>
          </a:blip>
          <a:srcRect b="24999"/>
          <a:stretch>
            <a:fillRect/>
          </a:stretch>
        </p:blipFill>
        <p:spPr>
          <a:xfrm>
            <a:off x="7550238" y="13488389"/>
            <a:ext cx="2871151" cy="2013624"/>
          </a:xfrm>
          <a:prstGeom prst="rect">
            <a:avLst/>
          </a:prstGeom>
        </p:spPr>
      </p:pic>
      <p:graphicFrame>
        <p:nvGraphicFramePr>
          <p:cNvPr id="23" name="Table 22">
            <a:extLst>
              <a:ext uri="{FF2B5EF4-FFF2-40B4-BE49-F238E27FC236}">
                <a16:creationId xmlns:a16="http://schemas.microsoft.com/office/drawing/2014/main" id="{56053460-C537-E8FE-25AE-C8452B8D4C70}"/>
              </a:ext>
            </a:extLst>
          </p:cNvPr>
          <p:cNvGraphicFramePr>
            <a:graphicFrameLocks noGrp="1"/>
          </p:cNvGraphicFramePr>
          <p:nvPr>
            <p:extLst>
              <p:ext uri="{D42A27DB-BD31-4B8C-83A1-F6EECF244321}">
                <p14:modId xmlns:p14="http://schemas.microsoft.com/office/powerpoint/2010/main" val="3080019659"/>
              </p:ext>
            </p:extLst>
          </p:nvPr>
        </p:nvGraphicFramePr>
        <p:xfrm>
          <a:off x="540685" y="10368289"/>
          <a:ext cx="8902361" cy="1419606"/>
        </p:xfrm>
        <a:graphic>
          <a:graphicData uri="http://schemas.openxmlformats.org/drawingml/2006/table">
            <a:tbl>
              <a:tblPr bandRow="1">
                <a:tableStyleId>{7E9639D4-E3E2-4D34-9284-5A2195B3D0D7}</a:tableStyleId>
              </a:tblPr>
              <a:tblGrid>
                <a:gridCol w="1431248">
                  <a:extLst>
                    <a:ext uri="{9D8B030D-6E8A-4147-A177-3AD203B41FA5}">
                      <a16:colId xmlns:a16="http://schemas.microsoft.com/office/drawing/2014/main" val="2340355053"/>
                    </a:ext>
                  </a:extLst>
                </a:gridCol>
                <a:gridCol w="4503660">
                  <a:extLst>
                    <a:ext uri="{9D8B030D-6E8A-4147-A177-3AD203B41FA5}">
                      <a16:colId xmlns:a16="http://schemas.microsoft.com/office/drawing/2014/main" val="1967936250"/>
                    </a:ext>
                  </a:extLst>
                </a:gridCol>
                <a:gridCol w="2967453">
                  <a:extLst>
                    <a:ext uri="{9D8B030D-6E8A-4147-A177-3AD203B41FA5}">
                      <a16:colId xmlns:a16="http://schemas.microsoft.com/office/drawing/2014/main" val="2334610223"/>
                    </a:ext>
                  </a:extLst>
                </a:gridCol>
              </a:tblGrid>
              <a:tr h="370840">
                <a:tc>
                  <a:txBody>
                    <a:bodyPr/>
                    <a:lstStyle/>
                    <a:p>
                      <a:pPr marL="0" algn="ctr" defTabSz="1272355" rtl="0" eaLnBrk="1" latinLnBrk="0" hangingPunct="1"/>
                      <a:r>
                        <a:rPr lang="en-US" sz="2505" kern="1200" dirty="0">
                          <a:solidFill>
                            <a:schemeClr val="bg1"/>
                          </a:solidFill>
                          <a:latin typeface="+mn-lt"/>
                          <a:ea typeface="+mn-ea"/>
                          <a:cs typeface="+mn-cs"/>
                        </a:rPr>
                        <a:t>ID</a:t>
                      </a:r>
                    </a:p>
                  </a:txBody>
                  <a:tcPr anchor="ctr">
                    <a:solidFill>
                      <a:schemeClr val="tx1">
                        <a:lumMod val="75000"/>
                        <a:lumOff val="25000"/>
                      </a:schemeClr>
                    </a:solidFill>
                  </a:tcPr>
                </a:tc>
                <a:tc>
                  <a:txBody>
                    <a:bodyPr/>
                    <a:lstStyle/>
                    <a:p>
                      <a:pPr marL="0" algn="ctr" defTabSz="1272355" rtl="0" eaLnBrk="1" latinLnBrk="0" hangingPunct="1"/>
                      <a:r>
                        <a:rPr lang="en-US" sz="2505" kern="1200" dirty="0">
                          <a:solidFill>
                            <a:schemeClr val="bg1"/>
                          </a:solidFill>
                          <a:latin typeface="+mn-lt"/>
                          <a:ea typeface="+mn-ea"/>
                          <a:cs typeface="+mn-cs"/>
                        </a:rPr>
                        <a:t>Guest Name</a:t>
                      </a:r>
                    </a:p>
                  </a:txBody>
                  <a:tcPr anchor="ctr">
                    <a:solidFill>
                      <a:schemeClr val="tx1">
                        <a:lumMod val="75000"/>
                        <a:lumOff val="25000"/>
                      </a:schemeClr>
                    </a:solidFill>
                  </a:tcPr>
                </a:tc>
                <a:tc>
                  <a:txBody>
                    <a:bodyPr/>
                    <a:lstStyle/>
                    <a:p>
                      <a:pPr marL="0" algn="ctr" defTabSz="1272355" rtl="0" eaLnBrk="1" latinLnBrk="0" hangingPunct="1"/>
                      <a:r>
                        <a:rPr lang="en-US" sz="2505" kern="1200" dirty="0">
                          <a:solidFill>
                            <a:schemeClr val="bg1"/>
                          </a:solidFill>
                          <a:latin typeface="+mn-lt"/>
                          <a:ea typeface="+mn-ea"/>
                          <a:cs typeface="+mn-cs"/>
                        </a:rPr>
                        <a:t>Seat Number</a:t>
                      </a:r>
                    </a:p>
                  </a:txBody>
                  <a:tcPr anchor="ctr">
                    <a:solidFill>
                      <a:schemeClr val="tx1">
                        <a:lumMod val="75000"/>
                        <a:lumOff val="25000"/>
                      </a:schemeClr>
                    </a:solidFill>
                  </a:tcPr>
                </a:tc>
                <a:extLst>
                  <a:ext uri="{0D108BD9-81ED-4DB2-BD59-A6C34878D82A}">
                    <a16:rowId xmlns:a16="http://schemas.microsoft.com/office/drawing/2014/main" val="213051349"/>
                  </a:ext>
                </a:extLst>
              </a:tr>
              <a:tr h="404768">
                <a:tc>
                  <a:txBody>
                    <a:bodyPr/>
                    <a:lstStyle/>
                    <a:p>
                      <a:pPr marL="0" algn="ctr" defTabSz="1272355" rtl="0" eaLnBrk="1" latinLnBrk="0" hangingPunct="1"/>
                      <a:r>
                        <a:rPr lang="en-US" sz="2505" kern="1200" dirty="0">
                          <a:solidFill>
                            <a:schemeClr val="bg1"/>
                          </a:solidFill>
                          <a:latin typeface="+mn-lt"/>
                          <a:ea typeface="+mn-ea"/>
                          <a:cs typeface="+mn-cs"/>
                        </a:rPr>
                        <a:t>1</a:t>
                      </a:r>
                    </a:p>
                  </a:txBody>
                  <a:tcPr anchor="ctr">
                    <a:solidFill>
                      <a:schemeClr val="tx1">
                        <a:lumMod val="75000"/>
                        <a:lumOff val="25000"/>
                      </a:schemeClr>
                    </a:solidFill>
                  </a:tcPr>
                </a:tc>
                <a:tc>
                  <a:txBody>
                    <a:bodyPr/>
                    <a:lstStyle/>
                    <a:p>
                      <a:pPr marL="0" algn="ctr" defTabSz="1272355" rtl="0" eaLnBrk="1" latinLnBrk="0" hangingPunct="1"/>
                      <a:endParaRPr lang="en-US" sz="2505" kern="1200" dirty="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1272355" rtl="0" eaLnBrk="1" latinLnBrk="0" hangingPunct="1"/>
                      <a:endParaRPr lang="en-US" sz="2505" kern="1200" dirty="0">
                        <a:solidFill>
                          <a:schemeClr val="bg1"/>
                        </a:solidFill>
                        <a:latin typeface="+mn-lt"/>
                        <a:ea typeface="+mn-ea"/>
                        <a:cs typeface="+mn-cs"/>
                      </a:endParaRPr>
                    </a:p>
                  </a:txBody>
                  <a:tcPr anchor="ctr">
                    <a:solidFill>
                      <a:schemeClr val="tx1">
                        <a:lumMod val="75000"/>
                        <a:lumOff val="25000"/>
                      </a:schemeClr>
                    </a:solidFill>
                  </a:tcPr>
                </a:tc>
                <a:extLst>
                  <a:ext uri="{0D108BD9-81ED-4DB2-BD59-A6C34878D82A}">
                    <a16:rowId xmlns:a16="http://schemas.microsoft.com/office/drawing/2014/main" val="2816366987"/>
                  </a:ext>
                </a:extLst>
              </a:tr>
              <a:tr h="370840">
                <a:tc>
                  <a:txBody>
                    <a:bodyPr/>
                    <a:lstStyle/>
                    <a:p>
                      <a:pPr marL="0" algn="ctr" defTabSz="1272355" rtl="0" eaLnBrk="1" latinLnBrk="0" hangingPunct="1"/>
                      <a:r>
                        <a:rPr lang="en-US" sz="2505" kern="1200" dirty="0">
                          <a:solidFill>
                            <a:schemeClr val="bg1"/>
                          </a:solidFill>
                          <a:latin typeface="+mn-lt"/>
                          <a:ea typeface="+mn-ea"/>
                          <a:cs typeface="+mn-cs"/>
                        </a:rPr>
                        <a:t>2</a:t>
                      </a:r>
                    </a:p>
                  </a:txBody>
                  <a:tcPr anchor="ctr">
                    <a:solidFill>
                      <a:schemeClr val="tx1">
                        <a:lumMod val="75000"/>
                        <a:lumOff val="25000"/>
                      </a:schemeClr>
                    </a:solidFill>
                  </a:tcPr>
                </a:tc>
                <a:tc>
                  <a:txBody>
                    <a:bodyPr/>
                    <a:lstStyle/>
                    <a:p>
                      <a:pPr marL="0" algn="ctr" defTabSz="1272355" rtl="0" eaLnBrk="1" latinLnBrk="0" hangingPunct="1"/>
                      <a:endParaRPr lang="en-US" sz="2505" kern="1200" dirty="0">
                        <a:solidFill>
                          <a:schemeClr val="bg1"/>
                        </a:solidFill>
                        <a:latin typeface="+mn-lt"/>
                        <a:ea typeface="+mn-ea"/>
                        <a:cs typeface="+mn-cs"/>
                      </a:endParaRPr>
                    </a:p>
                  </a:txBody>
                  <a:tcPr anchor="ctr">
                    <a:solidFill>
                      <a:schemeClr val="tx1">
                        <a:lumMod val="75000"/>
                        <a:lumOff val="25000"/>
                      </a:schemeClr>
                    </a:solidFill>
                  </a:tcPr>
                </a:tc>
                <a:tc>
                  <a:txBody>
                    <a:bodyPr/>
                    <a:lstStyle/>
                    <a:p>
                      <a:pPr marL="0" algn="ctr" defTabSz="1272355" rtl="0" eaLnBrk="1" latinLnBrk="0" hangingPunct="1"/>
                      <a:endParaRPr lang="en-US" sz="2505" kern="1200" dirty="0">
                        <a:solidFill>
                          <a:schemeClr val="bg1"/>
                        </a:solidFill>
                        <a:latin typeface="+mn-lt"/>
                        <a:ea typeface="+mn-ea"/>
                        <a:cs typeface="+mn-cs"/>
                      </a:endParaRPr>
                    </a:p>
                  </a:txBody>
                  <a:tcPr anchor="ctr">
                    <a:solidFill>
                      <a:schemeClr val="tx1">
                        <a:lumMod val="75000"/>
                        <a:lumOff val="25000"/>
                      </a:schemeClr>
                    </a:solidFill>
                  </a:tcPr>
                </a:tc>
                <a:extLst>
                  <a:ext uri="{0D108BD9-81ED-4DB2-BD59-A6C34878D82A}">
                    <a16:rowId xmlns:a16="http://schemas.microsoft.com/office/drawing/2014/main" val="3877785337"/>
                  </a:ext>
                </a:extLst>
              </a:tr>
            </a:tbl>
          </a:graphicData>
        </a:graphic>
      </p:graphicFrame>
      <p:sp>
        <p:nvSpPr>
          <p:cNvPr id="29" name="Rectangle 1">
            <a:extLst>
              <a:ext uri="{FF2B5EF4-FFF2-40B4-BE49-F238E27FC236}">
                <a16:creationId xmlns:a16="http://schemas.microsoft.com/office/drawing/2014/main" id="{9BBCD70B-8037-B6E5-D366-A52751689523}"/>
              </a:ext>
            </a:extLst>
          </p:cNvPr>
          <p:cNvSpPr>
            <a:spLocks noGrp="1" noChangeArrowheads="1"/>
          </p:cNvSpPr>
          <p:nvPr>
            <p:ph type="body" sz="quarter" idx="13"/>
          </p:nvPr>
        </p:nvSpPr>
        <p:spPr bwMode="auto">
          <a:xfrm>
            <a:off x="405130" y="4906116"/>
            <a:ext cx="420273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effectLst/>
              </a:rPr>
            </a:br>
            <a:r>
              <a:rPr kumimoji="0" lang="en-US" altLang="en-US" sz="1800" b="0" i="0" u="none" strike="noStrike" cap="none" normalizeH="0" baseline="0" dirty="0">
                <a:ln>
                  <a:noFill/>
                </a:ln>
                <a:effectLst/>
              </a:rPr>
              <a:t>Welcome to the Marjan Farsad Concert hosted by the Iranian Students Association at the University of Arkansas! We’re delighted to have you join us for an evening of music and art. Please arrive at least 15 minutes early to ensure a smooth seating experience.</a:t>
            </a:r>
          </a:p>
        </p:txBody>
      </p:sp>
      <p:sp>
        <p:nvSpPr>
          <p:cNvPr id="30" name="TextBox 29">
            <a:extLst>
              <a:ext uri="{FF2B5EF4-FFF2-40B4-BE49-F238E27FC236}">
                <a16:creationId xmlns:a16="http://schemas.microsoft.com/office/drawing/2014/main" id="{E7F92722-DAFF-1598-8CC3-ECAA362BE20F}"/>
              </a:ext>
            </a:extLst>
          </p:cNvPr>
          <p:cNvSpPr txBox="1"/>
          <p:nvPr/>
        </p:nvSpPr>
        <p:spPr>
          <a:xfrm>
            <a:off x="5084445" y="266171"/>
            <a:ext cx="4603750" cy="338554"/>
          </a:xfrm>
          <a:prstGeom prst="rect">
            <a:avLst/>
          </a:prstGeom>
          <a:noFill/>
        </p:spPr>
        <p:txBody>
          <a:bodyPr wrap="square" rtlCol="0">
            <a:spAutoFit/>
          </a:bodyPr>
          <a:lstStyle/>
          <a:p>
            <a:r>
              <a:rPr lang="en-US" sz="1600" dirty="0">
                <a:solidFill>
                  <a:schemeClr val="bg1"/>
                </a:solidFill>
              </a:rPr>
              <a:t>Reservation #:</a:t>
            </a:r>
          </a:p>
        </p:txBody>
      </p:sp>
      <p:sp>
        <p:nvSpPr>
          <p:cNvPr id="31" name="TextBox 30">
            <a:extLst>
              <a:ext uri="{FF2B5EF4-FFF2-40B4-BE49-F238E27FC236}">
                <a16:creationId xmlns:a16="http://schemas.microsoft.com/office/drawing/2014/main" id="{E4D55621-D6CC-7D8D-A8D1-CFCA1A080ADA}"/>
              </a:ext>
            </a:extLst>
          </p:cNvPr>
          <p:cNvSpPr txBox="1"/>
          <p:nvPr/>
        </p:nvSpPr>
        <p:spPr>
          <a:xfrm>
            <a:off x="5084445" y="867281"/>
            <a:ext cx="4415790" cy="584775"/>
          </a:xfrm>
          <a:prstGeom prst="rect">
            <a:avLst/>
          </a:prstGeom>
          <a:noFill/>
        </p:spPr>
        <p:txBody>
          <a:bodyPr wrap="square" rtlCol="0">
            <a:spAutoFit/>
          </a:bodyPr>
          <a:lstStyle/>
          <a:p>
            <a:r>
              <a:rPr lang="da-DK" sz="1600" dirty="0">
                <a:solidFill>
                  <a:schemeClr val="bg1"/>
                </a:solidFill>
              </a:rPr>
              <a:t>Reserved At:</a:t>
            </a:r>
            <a:br>
              <a:rPr lang="da-DK" sz="1600" dirty="0">
                <a:solidFill>
                  <a:schemeClr val="bg1"/>
                </a:solidFill>
              </a:rPr>
            </a:br>
            <a:endParaRPr lang="en-US" sz="1600" dirty="0">
              <a:solidFill>
                <a:schemeClr val="bg1"/>
              </a:solidFill>
            </a:endParaRPr>
          </a:p>
        </p:txBody>
      </p:sp>
      <p:pic>
        <p:nvPicPr>
          <p:cNvPr id="33" name="Picture 32" descr="A qr code with a black background&#10;&#10;AI-generated content may be incorrect.">
            <a:extLst>
              <a:ext uri="{FF2B5EF4-FFF2-40B4-BE49-F238E27FC236}">
                <a16:creationId xmlns:a16="http://schemas.microsoft.com/office/drawing/2014/main" id="{4287507A-01C5-2983-0F1A-827E76AA0140}"/>
              </a:ext>
            </a:extLst>
          </p:cNvPr>
          <p:cNvPicPr>
            <a:picLocks noChangeAspect="1"/>
          </p:cNvPicPr>
          <p:nvPr/>
        </p:nvPicPr>
        <p:blipFill>
          <a:blip r:embed="rId5"/>
          <a:stretch>
            <a:fillRect/>
          </a:stretch>
        </p:blipFill>
        <p:spPr>
          <a:xfrm>
            <a:off x="8170931" y="12024720"/>
            <a:ext cx="1272115" cy="1419607"/>
          </a:xfrm>
          <a:prstGeom prst="rect">
            <a:avLst/>
          </a:prstGeom>
        </p:spPr>
      </p:pic>
    </p:spTree>
    <p:extLst>
      <p:ext uri="{BB962C8B-B14F-4D97-AF65-F5344CB8AC3E}">
        <p14:creationId xmlns:p14="http://schemas.microsoft.com/office/powerpoint/2010/main" val="1813572801"/>
      </p:ext>
    </p:extLst>
  </p:cSld>
  <p:clrMapOvr>
    <a:masterClrMapping/>
  </p:clrMapOvr>
</p:sld>
</file>

<file path=ppt/theme/theme1.xml><?xml version="1.0" encoding="utf-8"?>
<a:theme xmlns:a="http://schemas.openxmlformats.org/drawingml/2006/main" name="Custom">
  <a:themeElements>
    <a:clrScheme name="Custom 97">
      <a:dk1>
        <a:sysClr val="windowText" lastClr="000000"/>
      </a:dk1>
      <a:lt1>
        <a:sysClr val="window" lastClr="FFFFFF"/>
      </a:lt1>
      <a:dk2>
        <a:srgbClr val="44546A"/>
      </a:dk2>
      <a:lt2>
        <a:srgbClr val="E7E6E6"/>
      </a:lt2>
      <a:accent1>
        <a:srgbClr val="4472C4"/>
      </a:accent1>
      <a:accent2>
        <a:srgbClr val="ED7D31"/>
      </a:accent2>
      <a:accent3>
        <a:srgbClr val="81AEBA"/>
      </a:accent3>
      <a:accent4>
        <a:srgbClr val="203864"/>
      </a:accent4>
      <a:accent5>
        <a:srgbClr val="5B9BD5"/>
      </a:accent5>
      <a:accent6>
        <a:srgbClr val="70AD47"/>
      </a:accent6>
      <a:hlink>
        <a:srgbClr val="0563C1"/>
      </a:hlink>
      <a:folHlink>
        <a:srgbClr val="954F72"/>
      </a:folHlink>
    </a:clrScheme>
    <a:fontScheme name="Custom 61">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cert poster_win32_SL_V3" id="{F5BCBC60-0215-4AE6-973F-F6DF06353704}" vid="{3EDF8079-90E5-4D17-A6D0-3B4015BEF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360BB66-9ADE-49BD-AE9B-CB5493E4DFBB}">
  <ds:schemaRefs>
    <ds:schemaRef ds:uri="230e9df3-be65-4c73-a93b-d1236ebd677e"/>
    <ds:schemaRef ds:uri="http://schemas.microsoft.com/office/2006/documentManagement/types"/>
    <ds:schemaRef ds:uri="http://purl.org/dc/dcmitype/"/>
    <ds:schemaRef ds:uri="http://schemas.microsoft.com/office/infopath/2007/PartnerControls"/>
    <ds:schemaRef ds:uri="71af3243-3dd4-4a8d-8c0d-dd76da1f02a5"/>
    <ds:schemaRef ds:uri="http://www.w3.org/XML/1998/namespace"/>
    <ds:schemaRef ds:uri="http://purl.org/dc/elements/1.1/"/>
    <ds:schemaRef ds:uri="http://schemas.openxmlformats.org/package/2006/metadata/core-properties"/>
    <ds:schemaRef ds:uri="16c05727-aa75-4e4a-9b5f-8a80a1165891"/>
    <ds:schemaRef ds:uri="http://schemas.microsoft.com/sharepoint/v3"/>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882CFDA0-6BDD-4706-B26B-1B5B1EB57370}">
  <ds:schemaRefs>
    <ds:schemaRef ds:uri="http://schemas.microsoft.com/sharepoint/v3/contenttype/forms"/>
  </ds:schemaRefs>
</ds:datastoreItem>
</file>

<file path=customXml/itemProps3.xml><?xml version="1.0" encoding="utf-8"?>
<ds:datastoreItem xmlns:ds="http://schemas.openxmlformats.org/officeDocument/2006/customXml" ds:itemID="{8663DAAC-560C-4FCC-9805-DA264296FF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Concert poster</Template>
  <TotalTime>86</TotalTime>
  <Words>76</Words>
  <Application>Microsoft Macintosh PowerPoint</Application>
  <PresentationFormat>Custom</PresentationFormat>
  <Paragraphs>13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Avenir Next LT Pro</vt:lpstr>
      <vt:lpstr>Calibri</vt:lpstr>
      <vt:lpstr>Posterama</vt:lpstr>
      <vt:lpstr>Custom</vt:lpstr>
      <vt:lpstr>Marjan farsad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Fatemeh Taghvaei</dc:creator>
  <cp:lastModifiedBy>Farid Hashemian</cp:lastModifiedBy>
  <cp:revision>2</cp:revision>
  <dcterms:created xsi:type="dcterms:W3CDTF">2025-11-08T03:35:28Z</dcterms:created>
  <dcterms:modified xsi:type="dcterms:W3CDTF">2025-11-08T18:59:23Z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